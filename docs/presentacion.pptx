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Duarte Slowing" userId="616fccf3cf68afd4" providerId="LiveId" clId="{6CCDBB01-39DD-4EEC-9016-E3E140F0CBDB}"/>
    <pc:docChg chg="modSld">
      <pc:chgData name="Diego Duarte Slowing" userId="616fccf3cf68afd4" providerId="LiveId" clId="{6CCDBB01-39DD-4EEC-9016-E3E140F0CBDB}" dt="2026-10-12T02:52:34.128" v="71" actId="1076"/>
      <pc:docMkLst>
        <pc:docMk/>
      </pc:docMkLst>
      <pc:sldChg chg="modSp mod">
        <pc:chgData name="Diego Duarte Slowing" userId="616fccf3cf68afd4" providerId="LiveId" clId="{6CCDBB01-39DD-4EEC-9016-E3E140F0CBDB}" dt="2026-10-12T02:50:01.716" v="9" actId="1076"/>
        <pc:sldMkLst>
          <pc:docMk/>
          <pc:sldMk cId="0" sldId="259"/>
        </pc:sldMkLst>
        <pc:spChg chg="mod">
          <ac:chgData name="Diego Duarte Slowing" userId="616fccf3cf68afd4" providerId="LiveId" clId="{6CCDBB01-39DD-4EEC-9016-E3E140F0CBDB}" dt="2026-10-12T02:49:56.829" v="5" actId="1076"/>
          <ac:spMkLst>
            <pc:docMk/>
            <pc:sldMk cId="0" sldId="259"/>
            <ac:spMk id="3" creationId="{00000000-0000-0000-0000-000000000000}"/>
          </ac:spMkLst>
        </pc:spChg>
        <pc:picChg chg="mod modCrop">
          <ac:chgData name="Diego Duarte Slowing" userId="616fccf3cf68afd4" providerId="LiveId" clId="{6CCDBB01-39DD-4EEC-9016-E3E140F0CBDB}" dt="2026-10-12T02:50:01.716" v="9" actId="1076"/>
          <ac:picMkLst>
            <pc:docMk/>
            <pc:sldMk cId="0" sldId="259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0:16.702" v="15" actId="1076"/>
        <pc:sldMkLst>
          <pc:docMk/>
          <pc:sldMk cId="0" sldId="261"/>
        </pc:sldMkLst>
        <pc:spChg chg="mod">
          <ac:chgData name="Diego Duarte Slowing" userId="616fccf3cf68afd4" providerId="LiveId" clId="{6CCDBB01-39DD-4EEC-9016-E3E140F0CBDB}" dt="2026-10-12T02:50:10.488" v="10" actId="14100"/>
          <ac:spMkLst>
            <pc:docMk/>
            <pc:sldMk cId="0" sldId="261"/>
            <ac:spMk id="3" creationId="{00000000-0000-0000-0000-000000000000}"/>
          </ac:spMkLst>
        </pc:spChg>
        <pc:picChg chg="mod">
          <ac:chgData name="Diego Duarte Slowing" userId="616fccf3cf68afd4" providerId="LiveId" clId="{6CCDBB01-39DD-4EEC-9016-E3E140F0CBDB}" dt="2026-10-12T02:50:16.702" v="15" actId="1076"/>
          <ac:picMkLst>
            <pc:docMk/>
            <pc:sldMk cId="0" sldId="261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0:37.084" v="27" actId="1076"/>
        <pc:sldMkLst>
          <pc:docMk/>
          <pc:sldMk cId="0" sldId="262"/>
        </pc:sldMkLst>
        <pc:spChg chg="mod">
          <ac:chgData name="Diego Duarte Slowing" userId="616fccf3cf68afd4" providerId="LiveId" clId="{6CCDBB01-39DD-4EEC-9016-E3E140F0CBDB}" dt="2026-10-12T02:50:26.731" v="19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iego Duarte Slowing" userId="616fccf3cf68afd4" providerId="LiveId" clId="{6CCDBB01-39DD-4EEC-9016-E3E140F0CBDB}" dt="2026-10-12T02:50:28.370" v="20" actId="1076"/>
          <ac:spMkLst>
            <pc:docMk/>
            <pc:sldMk cId="0" sldId="262"/>
            <ac:spMk id="3" creationId="{00000000-0000-0000-0000-000000000000}"/>
          </ac:spMkLst>
        </pc:spChg>
        <pc:picChg chg="mod">
          <ac:chgData name="Diego Duarte Slowing" userId="616fccf3cf68afd4" providerId="LiveId" clId="{6CCDBB01-39DD-4EEC-9016-E3E140F0CBDB}" dt="2026-10-12T02:50:37.084" v="27" actId="1076"/>
          <ac:picMkLst>
            <pc:docMk/>
            <pc:sldMk cId="0" sldId="262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0:41.178" v="28" actId="14100"/>
        <pc:sldMkLst>
          <pc:docMk/>
          <pc:sldMk cId="0" sldId="263"/>
        </pc:sldMkLst>
        <pc:spChg chg="mod">
          <ac:chgData name="Diego Duarte Slowing" userId="616fccf3cf68afd4" providerId="LiveId" clId="{6CCDBB01-39DD-4EEC-9016-E3E140F0CBDB}" dt="2026-10-12T02:50:41.178" v="28" actId="14100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iego Duarte Slowing" userId="616fccf3cf68afd4" providerId="LiveId" clId="{6CCDBB01-39DD-4EEC-9016-E3E140F0CBDB}" dt="2026-10-12T02:50:52.849" v="33" actId="1076"/>
        <pc:sldMkLst>
          <pc:docMk/>
          <pc:sldMk cId="0" sldId="265"/>
        </pc:sldMkLst>
        <pc:spChg chg="mod">
          <ac:chgData name="Diego Duarte Slowing" userId="616fccf3cf68afd4" providerId="LiveId" clId="{6CCDBB01-39DD-4EEC-9016-E3E140F0CBDB}" dt="2026-10-12T02:50:47.235" v="29" actId="14100"/>
          <ac:spMkLst>
            <pc:docMk/>
            <pc:sldMk cId="0" sldId="265"/>
            <ac:spMk id="3" creationId="{00000000-0000-0000-0000-000000000000}"/>
          </ac:spMkLst>
        </pc:spChg>
        <pc:picChg chg="mod">
          <ac:chgData name="Diego Duarte Slowing" userId="616fccf3cf68afd4" providerId="LiveId" clId="{6CCDBB01-39DD-4EEC-9016-E3E140F0CBDB}" dt="2026-10-12T02:50:52.849" v="33" actId="1076"/>
          <ac:picMkLst>
            <pc:docMk/>
            <pc:sldMk cId="0" sldId="265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1:00.770" v="38" actId="14100"/>
        <pc:sldMkLst>
          <pc:docMk/>
          <pc:sldMk cId="0" sldId="266"/>
        </pc:sldMkLst>
        <pc:picChg chg="mod">
          <ac:chgData name="Diego Duarte Slowing" userId="616fccf3cf68afd4" providerId="LiveId" clId="{6CCDBB01-39DD-4EEC-9016-E3E140F0CBDB}" dt="2026-10-12T02:51:00.770" v="38" actId="14100"/>
          <ac:picMkLst>
            <pc:docMk/>
            <pc:sldMk cId="0" sldId="266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1:08.430" v="41" actId="1076"/>
        <pc:sldMkLst>
          <pc:docMk/>
          <pc:sldMk cId="0" sldId="267"/>
        </pc:sldMkLst>
        <pc:picChg chg="mod">
          <ac:chgData name="Diego Duarte Slowing" userId="616fccf3cf68afd4" providerId="LiveId" clId="{6CCDBB01-39DD-4EEC-9016-E3E140F0CBDB}" dt="2026-10-12T02:51:08.430" v="41" actId="1076"/>
          <ac:picMkLst>
            <pc:docMk/>
            <pc:sldMk cId="0" sldId="267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1:27.964" v="46" actId="1076"/>
        <pc:sldMkLst>
          <pc:docMk/>
          <pc:sldMk cId="0" sldId="270"/>
        </pc:sldMkLst>
        <pc:picChg chg="mod">
          <ac:chgData name="Diego Duarte Slowing" userId="616fccf3cf68afd4" providerId="LiveId" clId="{6CCDBB01-39DD-4EEC-9016-E3E140F0CBDB}" dt="2026-10-12T02:51:27.964" v="46" actId="1076"/>
          <ac:picMkLst>
            <pc:docMk/>
            <pc:sldMk cId="0" sldId="270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1:36.998" v="49" actId="1076"/>
        <pc:sldMkLst>
          <pc:docMk/>
          <pc:sldMk cId="0" sldId="273"/>
        </pc:sldMkLst>
        <pc:picChg chg="mod">
          <ac:chgData name="Diego Duarte Slowing" userId="616fccf3cf68afd4" providerId="LiveId" clId="{6CCDBB01-39DD-4EEC-9016-E3E140F0CBDB}" dt="2026-10-12T02:51:36.998" v="49" actId="1076"/>
          <ac:picMkLst>
            <pc:docMk/>
            <pc:sldMk cId="0" sldId="273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1:45.303" v="51" actId="14100"/>
        <pc:sldMkLst>
          <pc:docMk/>
          <pc:sldMk cId="0" sldId="274"/>
        </pc:sldMkLst>
        <pc:picChg chg="mod">
          <ac:chgData name="Diego Duarte Slowing" userId="616fccf3cf68afd4" providerId="LiveId" clId="{6CCDBB01-39DD-4EEC-9016-E3E140F0CBDB}" dt="2026-10-12T02:51:45.303" v="51" actId="14100"/>
          <ac:picMkLst>
            <pc:docMk/>
            <pc:sldMk cId="0" sldId="274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1:51.646" v="54" actId="1076"/>
        <pc:sldMkLst>
          <pc:docMk/>
          <pc:sldMk cId="0" sldId="275"/>
        </pc:sldMkLst>
        <pc:picChg chg="mod">
          <ac:chgData name="Diego Duarte Slowing" userId="616fccf3cf68afd4" providerId="LiveId" clId="{6CCDBB01-39DD-4EEC-9016-E3E140F0CBDB}" dt="2026-10-12T02:51:51.646" v="54" actId="1076"/>
          <ac:picMkLst>
            <pc:docMk/>
            <pc:sldMk cId="0" sldId="275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1:59.638" v="56" actId="1076"/>
        <pc:sldMkLst>
          <pc:docMk/>
          <pc:sldMk cId="0" sldId="277"/>
        </pc:sldMkLst>
        <pc:picChg chg="mod">
          <ac:chgData name="Diego Duarte Slowing" userId="616fccf3cf68afd4" providerId="LiveId" clId="{6CCDBB01-39DD-4EEC-9016-E3E140F0CBDB}" dt="2026-10-12T02:51:59.638" v="56" actId="1076"/>
          <ac:picMkLst>
            <pc:docMk/>
            <pc:sldMk cId="0" sldId="277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2:13.426" v="60" actId="732"/>
        <pc:sldMkLst>
          <pc:docMk/>
          <pc:sldMk cId="0" sldId="280"/>
        </pc:sldMkLst>
        <pc:picChg chg="mod modCrop">
          <ac:chgData name="Diego Duarte Slowing" userId="616fccf3cf68afd4" providerId="LiveId" clId="{6CCDBB01-39DD-4EEC-9016-E3E140F0CBDB}" dt="2026-10-12T02:52:13.426" v="60" actId="732"/>
          <ac:picMkLst>
            <pc:docMk/>
            <pc:sldMk cId="0" sldId="280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2:27.021" v="65" actId="14100"/>
        <pc:sldMkLst>
          <pc:docMk/>
          <pc:sldMk cId="0" sldId="284"/>
        </pc:sldMkLst>
        <pc:picChg chg="mod">
          <ac:chgData name="Diego Duarte Slowing" userId="616fccf3cf68afd4" providerId="LiveId" clId="{6CCDBB01-39DD-4EEC-9016-E3E140F0CBDB}" dt="2026-10-12T02:52:27.021" v="65" actId="14100"/>
          <ac:picMkLst>
            <pc:docMk/>
            <pc:sldMk cId="0" sldId="284"/>
            <ac:picMk id="4" creationId="{00000000-0000-0000-0000-000000000000}"/>
          </ac:picMkLst>
        </pc:picChg>
      </pc:sldChg>
      <pc:sldChg chg="modSp mod">
        <pc:chgData name="Diego Duarte Slowing" userId="616fccf3cf68afd4" providerId="LiveId" clId="{6CCDBB01-39DD-4EEC-9016-E3E140F0CBDB}" dt="2026-10-12T02:52:34.128" v="71" actId="1076"/>
        <pc:sldMkLst>
          <pc:docMk/>
          <pc:sldMk cId="0" sldId="285"/>
        </pc:sldMkLst>
        <pc:picChg chg="mod">
          <ac:chgData name="Diego Duarte Slowing" userId="616fccf3cf68afd4" providerId="LiveId" clId="{6CCDBB01-39DD-4EEC-9016-E3E140F0CBDB}" dt="2026-10-12T02:52:34.128" v="71" actId="1076"/>
          <ac:picMkLst>
            <pc:docMk/>
            <pc:sldMk cId="0" sldId="285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261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Dulces Delicias S.A.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98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Odoo: productos, inventarios y producción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1, 2 y 3 del caso de estudio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 esta parte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716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productos y materias primas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731520" cy="73152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688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inventarios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731520" cy="73152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 txBox="1"/>
          <p:nvPr/>
        </p:nvSpPr>
        <p:spPr>
          <a:xfrm>
            <a:off x="457200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5661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ejecución de la producción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2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D98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de productos y materias primas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productos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55170" y="1123406"/>
            <a:ext cx="758298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productos terminados: caramelos, chocolates y galletas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materias primas almacenables con UdM y costo</a:t>
            </a:r>
            <a:endParaRPr lang="en-US" sz="1600" dirty="0"/>
          </a:p>
        </p:txBody>
      </p:sp>
      <p:pic>
        <p:nvPicPr>
          <p:cNvPr id="4" name="Image 0" descr="Catálogo de productos"/>
          <p:cNvPicPr>
            <a:picLocks noChangeAspect="1"/>
          </p:cNvPicPr>
          <p:nvPr/>
        </p:nvPicPr>
        <p:blipFill>
          <a:blip r:embed="rId3"/>
          <a:srcRect t="13722"/>
          <a:stretch>
            <a:fillRect/>
          </a:stretch>
        </p:blipFill>
        <p:spPr>
          <a:xfrm>
            <a:off x="391884" y="1871254"/>
            <a:ext cx="7909560" cy="29979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 una materia prima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almacenable, UdM en kg y costo definido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compra: no se vende al cliente</a:t>
            </a:r>
            <a:endParaRPr lang="en-US" sz="1600" dirty="0"/>
          </a:p>
        </p:txBody>
      </p:sp>
      <p:pic>
        <p:nvPicPr>
          <p:cNvPr id="4" name="Image 0" descr="Ficha de una materia prim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160" y="118872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 del insumo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199" y="1280160"/>
            <a:ext cx="789649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Distribuidora SixSeven S.A. como proveedor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y cantidad mínima de compra</a:t>
            </a:r>
            <a:endParaRPr lang="en-US" sz="1600" dirty="0"/>
          </a:p>
        </p:txBody>
      </p:sp>
      <p:pic>
        <p:nvPicPr>
          <p:cNvPr id="4" name="Image 0" descr="Proveedor del insum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8901" y="2024742"/>
            <a:ext cx="6583681" cy="27529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mínimo y máximo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56992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reordenamiento: mín. 50, máx. 200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WH/Stock/Materias Primas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 manual</a:t>
            </a:r>
            <a:endParaRPr lang="en-US" sz="1600" dirty="0"/>
          </a:p>
        </p:txBody>
      </p:sp>
      <p:pic>
        <p:nvPicPr>
          <p:cNvPr id="4" name="Image 0" descr="Stock mínimo y máxim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9269" y="2377440"/>
            <a:ext cx="7406640" cy="1760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terminado con ruta de fabricación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199" y="1280160"/>
            <a:ext cx="679921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Manufacture activada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venta definido</a:t>
            </a:r>
            <a:endParaRPr lang="en-US" sz="1600" dirty="0"/>
          </a:p>
        </p:txBody>
      </p:sp>
      <p:pic>
        <p:nvPicPr>
          <p:cNvPr id="4" name="Image 0" descr="Producto terminado con ruta de fabricació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160" y="118872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2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D98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inventarios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Ubicaciones internas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91747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WH/Stock/Materias Primas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WH/Stock/Productos Terminados</a:t>
            </a:r>
            <a:endParaRPr lang="en-US" sz="1600" dirty="0"/>
          </a:p>
        </p:txBody>
      </p:sp>
      <p:pic>
        <p:nvPicPr>
          <p:cNvPr id="4" name="Image 0" descr="Ubicaciones interna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0892" y="2034540"/>
            <a:ext cx="7687492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inicial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cargadas en Physical Inventory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en 20 kg: bajo el mínimo a propósito</a:t>
            </a:r>
            <a:endParaRPr lang="en-US" sz="1600" dirty="0"/>
          </a:p>
        </p:txBody>
      </p:sp>
      <p:pic>
        <p:nvPicPr>
          <p:cNvPr id="4" name="Image 0" descr="Inventario inicial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76302" y="1188720"/>
            <a:ext cx="57345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Existencias con stock bajo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Stock tras aplicar el inventario</a:t>
            </a:r>
            <a:endParaRPr lang="en-US" sz="1600" dirty="0"/>
          </a:p>
        </p:txBody>
      </p:sp>
      <p:pic>
        <p:nvPicPr>
          <p:cNvPr id="4" name="Image 0" descr="Existencias con stock baj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5171" y="2109650"/>
            <a:ext cx="8033657" cy="18875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 de compra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 automáticamente para el proveedor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 con Confirm Order</a:t>
            </a:r>
            <a:endParaRPr lang="en-US" sz="1600" dirty="0"/>
          </a:p>
        </p:txBody>
      </p:sp>
      <p:pic>
        <p:nvPicPr>
          <p:cNvPr id="4" name="Image 0" descr="Orden de compr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160" y="118872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Recepción de mercancía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validado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stock entra a inventario</a:t>
            </a:r>
            <a:endParaRPr lang="en-US" sz="1600" dirty="0"/>
          </a:p>
        </p:txBody>
      </p:sp>
      <p:pic>
        <p:nvPicPr>
          <p:cNvPr id="4" name="Image 0" descr="Recepción de mercancí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160" y="118872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repuesto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en 200 kg: máximo alcanzado</a:t>
            </a:r>
            <a:endParaRPr lang="en-US" sz="1600" dirty="0"/>
          </a:p>
        </p:txBody>
      </p:sp>
      <p:pic>
        <p:nvPicPr>
          <p:cNvPr id="4" name="Image 0" descr="Inventario repuest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2940" y="2331721"/>
            <a:ext cx="7818120" cy="1449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B2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D98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y ejecución de la producción</a:t>
            </a:r>
            <a:endParaRPr lang="en-US" sz="3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 de trabajo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Producción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Requerido para registrar operaciones y tiempos</a:t>
            </a:r>
            <a:endParaRPr lang="en-US" sz="1600" dirty="0"/>
          </a:p>
        </p:txBody>
      </p:sp>
      <p:pic>
        <p:nvPicPr>
          <p:cNvPr id="4" name="Image 0" descr="Centro de trabaj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160" y="118872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 de materiales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lista de materiales por producto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fabricar este producto</a:t>
            </a:r>
            <a:endParaRPr lang="en-US" sz="1600" dirty="0"/>
          </a:p>
        </p:txBody>
      </p:sp>
      <p:pic>
        <p:nvPicPr>
          <p:cNvPr id="4" name="Image 0" descr="Listas de material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2514" y="2436221"/>
            <a:ext cx="8164286" cy="19137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Chocolates: componentes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de 50 unidades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 5 kg, azúcar 3 kg, leche 2 L</a:t>
            </a:r>
            <a:endParaRPr lang="en-US" sz="1600" dirty="0"/>
          </a:p>
        </p:txBody>
      </p:sp>
      <p:pic>
        <p:nvPicPr>
          <p:cNvPr id="4" name="Image 0" descr="Chocolates: component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9531" y="2305594"/>
            <a:ext cx="7537269" cy="23578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Chocolates: operación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Templado y Moldeado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</a:t>
            </a:r>
            <a:endParaRPr lang="en-US" sz="1600" dirty="0"/>
          </a:p>
        </p:txBody>
      </p:sp>
      <p:pic>
        <p:nvPicPr>
          <p:cNvPr id="4" name="Image 0" descr="Chocolates: operació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8417" y="2266405"/>
            <a:ext cx="8451669" cy="19594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Caramelos: componentes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de 100 unidades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8 kg, saborizantes 0.2 L, colorantes 0.1 L</a:t>
            </a:r>
            <a:endParaRPr lang="en-US" sz="1600" dirty="0"/>
          </a:p>
        </p:txBody>
      </p:sp>
      <p:pic>
        <p:nvPicPr>
          <p:cNvPr id="4" name="Image 0" descr="Caramelos: component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160" y="118872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Caramelos: operación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Cocción y Vertido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minutos</a:t>
            </a:r>
            <a:endParaRPr lang="en-US" sz="1600" dirty="0"/>
          </a:p>
        </p:txBody>
      </p:sp>
      <p:pic>
        <p:nvPicPr>
          <p:cNvPr id="4" name="Image 0" descr="Caramelos: operació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47703" y="1097280"/>
            <a:ext cx="5884817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Galletas: componentes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de 50 unidades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Harina 4 kg, azúcar 2 kg, mantequilla 2 kg, huevos 12 unidades</a:t>
            </a:r>
            <a:endParaRPr lang="en-US" sz="1600" dirty="0"/>
          </a:p>
        </p:txBody>
      </p:sp>
      <p:pic>
        <p:nvPicPr>
          <p:cNvPr id="4" name="Image 0" descr="Galletas: component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160" y="118872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Galletas: operación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Amasado y Horneado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</a:t>
            </a:r>
            <a:endParaRPr lang="en-US" sz="1600" dirty="0"/>
          </a:p>
        </p:txBody>
      </p:sp>
      <p:pic>
        <p:nvPicPr>
          <p:cNvPr id="4" name="Image 0" descr="Galletas: operació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160" y="118872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Órdenes de fabricación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lote de cada producto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disponibles y órdenes confirmadas</a:t>
            </a:r>
            <a:endParaRPr lang="en-US" sz="1600" dirty="0"/>
          </a:p>
        </p:txBody>
      </p:sp>
      <p:pic>
        <p:nvPicPr>
          <p:cNvPr id="4" name="Image 0" descr="Órdenes de fabricación"/>
          <p:cNvPicPr>
            <a:picLocks noChangeAspect="1"/>
          </p:cNvPicPr>
          <p:nvPr/>
        </p:nvPicPr>
        <p:blipFill>
          <a:blip r:embed="rId3"/>
          <a:srcRect t="4372" b="-1"/>
          <a:stretch>
            <a:fillRect/>
          </a:stretch>
        </p:blipFill>
        <p:spPr>
          <a:xfrm>
            <a:off x="672737" y="2571750"/>
            <a:ext cx="7968343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Chocolates: orden de fabricación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unidades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Cacao, azúcar y leche tomados de WH/Stock</a:t>
            </a:r>
            <a:endParaRPr lang="en-US" sz="1600" dirty="0"/>
          </a:p>
        </p:txBody>
      </p:sp>
      <p:pic>
        <p:nvPicPr>
          <p:cNvPr id="4" name="Image 0" descr="Chocolates: orden de fabricació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160" y="118872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Galletas: orden de fabricación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unidades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Harina, azúcar, mantequilla y huevos</a:t>
            </a:r>
            <a:endParaRPr lang="en-US" sz="1600" dirty="0"/>
          </a:p>
        </p:txBody>
      </p:sp>
      <p:pic>
        <p:nvPicPr>
          <p:cNvPr id="4" name="Image 0" descr="Galletas: orden de fabricació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160" y="118872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Caramelos: orden de fabricación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unidades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Azúcar, saborizantes y colorantes</a:t>
            </a:r>
            <a:endParaRPr lang="en-US" sz="1600" dirty="0"/>
          </a:p>
        </p:txBody>
      </p:sp>
      <p:pic>
        <p:nvPicPr>
          <p:cNvPr id="4" name="Image 0" descr="Caramelos: orden de fabricació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160" y="1188720"/>
            <a:ext cx="5120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Órdenes de trabajo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producción registrado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finalizada</a:t>
            </a:r>
            <a:endParaRPr lang="en-US" sz="1600" dirty="0"/>
          </a:p>
        </p:txBody>
      </p:sp>
      <p:pic>
        <p:nvPicPr>
          <p:cNvPr id="4" name="Image 0" descr="Órdenes de trabaj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0932" y="2571750"/>
            <a:ext cx="7504611" cy="209168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en inventarios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Materias primas consumidas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terminados disponibles</a:t>
            </a:r>
            <a:endParaRPr lang="en-US" sz="1600" dirty="0"/>
          </a:p>
        </p:txBody>
      </p:sp>
      <p:pic>
        <p:nvPicPr>
          <p:cNvPr id="4" name="Image 0" descr="Impacto en inventario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737" y="2454185"/>
            <a:ext cx="7798526" cy="20116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B2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Materias primas y productos terminados configurados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con reabastecimiento automatizado desde compras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planificada con listas de materiales y órdenes de trabajo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473</Words>
  <Application>Microsoft Office PowerPoint</Application>
  <PresentationFormat>On-screen Show (16:9)</PresentationFormat>
  <Paragraphs>125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Dulces Delicias S.A. - Implementación en Odoo</dc:title>
  <dc:subject>PptxGenJS Presentation</dc:subject>
  <dc:creator>PptxGenJS</dc:creator>
  <cp:lastModifiedBy>Diego Duarte Slowing</cp:lastModifiedBy>
  <cp:revision>1</cp:revision>
  <dcterms:created xsi:type="dcterms:W3CDTF">2026-10-12T02:45:46Z</dcterms:created>
  <dcterms:modified xsi:type="dcterms:W3CDTF">2026-10-12T02:52:38Z</dcterms:modified>
</cp:coreProperties>
</file>